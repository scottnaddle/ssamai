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Microsoft YaHei"/>
              </a:rPr>
              <a:t>콩나물 키 변화 (cm)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컵 (빛 O)</c:v>
                </c:pt>
              </c:strCache>
            </c:strRef>
          </c:tx>
          <c:spPr>
            <a:solidFill>
              <a:srgbClr val="2D5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1일</c:v>
                  </c:pt>
                  <c:pt idx="1">
                    <c:v>3일</c:v>
                  </c:pt>
                  <c:pt idx="2">
                    <c:v>5일</c:v>
                  </c:pt>
                  <c:pt idx="3">
                    <c:v>7일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3.5</c:v>
                </c:pt>
                <c:pt idx="2">
                  <c:v>5.2</c:v>
                </c:pt>
                <c:pt idx="3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컵 (빛 X)</c:v>
                </c:pt>
              </c:strCache>
            </c:strRef>
          </c:tx>
          <c:spPr>
            <a:solidFill>
              <a:srgbClr val="5A8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1일</c:v>
                  </c:pt>
                  <c:pt idx="1">
                    <c:v>3일</c:v>
                  </c:pt>
                  <c:pt idx="2">
                    <c:v>5일</c:v>
                  </c:pt>
                  <c:pt idx="3">
                    <c:v>7일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4.8</c:v>
                </c:pt>
                <c:pt idx="2">
                  <c:v>7.5</c:v>
                </c:pt>
                <c:pt idx="3">
                  <c:v>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초등 과학 3학년 2학기 · 4단원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광합성이란?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식물이 어떻게 양분을 만들까요?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3학년 2반 · 과학탐구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도입 · 생각 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나무는 어떻게 자라날까요?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사람은 밥을 먹고 자라지만, 식물은 어떻게 크는 걸까?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생각해 볼 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식물이 자라려면 무엇이 필요할까요?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잎이 초록색인 이유는 무엇일까요?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어두운 곳에서도 식물이 자랄 수 있을까요?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 에너지를 이용해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이산화탄소와 물로 양분(포도당)을 만들고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산소를 내보내는 과정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키워드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햇빛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잎의 초록색 물질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양분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포도당(포도당)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광합성에 필요한 것과 나오는 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5A8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들어오는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 (햇빛)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나오는 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양분 (포도당)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산소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2606040"/>
            <a:ext cx="548640" cy="457200"/>
          </a:xfrm>
          <a:prstGeom prst="rightArrow">
            <a:avLst/>
          </a:prstGeom>
          <a:solidFill>
            <a:srgbClr val="A8D4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식물의 잎에서 이 과정이 일어납니다.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 반응식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 + 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548640" cy="457200"/>
          </a:xfrm>
          <a:prstGeom prst="rightArrow">
            <a:avLst/>
          </a:prstGeom>
          <a:solidFill>
            <a:srgbClr val="A8D49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포도당 + 산소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+ H₂O → C₆H₁₂O₆ + O₂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이렇게 기억해요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식물은 햇빛을 받으면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이산화탄소와 물로 양분을 만들어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우리에게 필요한 산소를 내어놓아요.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실험으로 알아보기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있을 때와 없을 때, 식물은 어떻게 다를까?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가설 세우기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있는 곳에서 키운 식물은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없는 곳에서 키운 식물보다 잘 자랄 것이다.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준비물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물에 적신 콩나물 20개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두 개의 투명한 컵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조건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컵: 밝은 곳에 둠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컵: 어두운 상자 안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관찰, 기록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관찰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관찰일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컵 (빛 O)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컵 (빛 X)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변화 없음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변화 없음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잎이 초록, 곧음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잎이 연해짐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줄기가 자람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줄기가 길고 가늘어짐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D5E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건강하게 성장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A8C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엽록소가 사라짐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 포인트: 잎의 색, 줄기 굵기, 키의 차이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 분석 워크시트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결과를 모둠별로 정리해 봅시다.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 기록 워크시트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이름: ____________  모둠: ______  날짜: ______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 컵 그림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 컵 그림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차이점 메모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그림을 그리고 차이점을 자세히 적어 봅시다.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정리 &amp; 그래프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4545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 해석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7373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컵이 더 빨리 자랐지만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줄기가 가늘고 연합니다.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컵은 건강하고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초록색을 유지했습니다.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정리 &amp; 심화 토론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오늘 배운 내용을 일상생활과 연결해 봅시다.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오늘 배운 내용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 정의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빛·이산화탄소·물 → 양분·산소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엽록소의 역할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잎의 초록색 물질, 빛 에너지를 흡수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빛의 중요성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없으면 엽록소가 사라지고 건강하지 못함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심화 토론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모둠별로 생각해 봅시다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Q1. 왜 가을에 나뭇잎이 노랗게 변할까요?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엽록소가 사라지면?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Q2. 집 안 화분이 창가 쪽으로 기울어져 있다면?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빛을 찾아 식물도 움직여요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Q3. 바다 속 해조류도 광합성을 할까요?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빛이 닿는 얕은 바다에서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수업 마무리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식물은 우리 친구!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광합성으로 산소를 만들어 주는 고마운 존재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다음 시간 예고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식물의 뿌리와 줄기는 어떤 일을 할까요?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 활동으로 직접 알아봅시다.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수업에 참여해 주셔서 감사합니다.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광합성이란?</dc:title>
  <dc:subject>초등 과학 3학년</dc:subject>
  <dc:creator>ssamAI 샘플</dc:creator>
  <cp:lastModifiedBy>ssamAI 샘플</cp:lastModifiedBy>
  <cp:revision>1</cp:revision>
  <dcterms:created xsi:type="dcterms:W3CDTF">2026-06-24T05:19:32Z</dcterms:created>
  <dcterms:modified xsi:type="dcterms:W3CDTF">2026-06-24T05:19:32Z</dcterms:modified>
</cp:coreProperties>
</file>